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6"/>
  </p:notesMasterIdLst>
  <p:handoutMasterIdLst>
    <p:handoutMasterId r:id="rId7"/>
  </p:handoutMasterIdLst>
  <p:sldIdLst>
    <p:sldId id="256" r:id="rId2"/>
    <p:sldId id="257" r:id="rId3"/>
    <p:sldId id="259" r:id="rId4"/>
    <p:sldId id="258" r:id="rId5"/>
  </p:sldIdLst>
  <p:sldSz cx="9144000" cy="6858000" type="screen4x3"/>
  <p:notesSz cx="7315200" cy="96012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3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DBD3"/>
    <a:srgbClr val="E6E3D0"/>
    <a:srgbClr val="E1DEC5"/>
    <a:srgbClr val="8F6D58"/>
    <a:srgbClr val="906D58"/>
    <a:srgbClr val="EDE7E3"/>
    <a:srgbClr val="EAE3DE"/>
    <a:srgbClr val="E2D7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>
      <p:cViewPr varScale="1">
        <p:scale>
          <a:sx n="100" d="100"/>
          <a:sy n="100" d="100"/>
        </p:scale>
        <p:origin x="86" y="211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1440"/>
    </p:cViewPr>
  </p:sorterViewPr>
  <p:notesViewPr>
    <p:cSldViewPr>
      <p:cViewPr varScale="1">
        <p:scale>
          <a:sx n="58" d="100"/>
          <a:sy n="58" d="100"/>
        </p:scale>
        <p:origin x="-1812" y="-72"/>
      </p:cViewPr>
      <p:guideLst>
        <p:guide orient="horz" pos="3023"/>
        <p:guide pos="2304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Rectangle 2">
            <a:extLst>
              <a:ext uri="{FF2B5EF4-FFF2-40B4-BE49-F238E27FC236}">
                <a16:creationId xmlns:a16="http://schemas.microsoft.com/office/drawing/2014/main" id="{AE1DD22C-B50F-4B95-8730-64221F9BA815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0238" cy="479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6454" tIns="48227" rIns="96454" bIns="48227" numCol="1" anchor="t" anchorCtr="0" compatLnSpc="1">
            <a:prstTxWarp prst="textNoShape">
              <a:avLst/>
            </a:prstTxWarp>
          </a:bodyPr>
          <a:lstStyle>
            <a:lvl1pPr defTabSz="963613" eaLnBrk="1" hangingPunct="1">
              <a:defRPr sz="130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8611" name="Rectangle 3">
            <a:extLst>
              <a:ext uri="{FF2B5EF4-FFF2-40B4-BE49-F238E27FC236}">
                <a16:creationId xmlns:a16="http://schemas.microsoft.com/office/drawing/2014/main" id="{05321CA2-D960-4661-AC26-4911218B9C73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44963" y="0"/>
            <a:ext cx="3170237" cy="479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6454" tIns="48227" rIns="96454" bIns="48227" numCol="1" anchor="t" anchorCtr="0" compatLnSpc="1">
            <a:prstTxWarp prst="textNoShape">
              <a:avLst/>
            </a:prstTxWarp>
          </a:bodyPr>
          <a:lstStyle>
            <a:lvl1pPr algn="r" defTabSz="963613" eaLnBrk="1" hangingPunct="1">
              <a:defRPr sz="130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8612" name="Rectangle 4">
            <a:extLst>
              <a:ext uri="{FF2B5EF4-FFF2-40B4-BE49-F238E27FC236}">
                <a16:creationId xmlns:a16="http://schemas.microsoft.com/office/drawing/2014/main" id="{F65B23CF-FF49-45EB-A54D-140BC95470C8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1775"/>
            <a:ext cx="3170238" cy="479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6454" tIns="48227" rIns="96454" bIns="48227" numCol="1" anchor="b" anchorCtr="0" compatLnSpc="1">
            <a:prstTxWarp prst="textNoShape">
              <a:avLst/>
            </a:prstTxWarp>
          </a:bodyPr>
          <a:lstStyle>
            <a:lvl1pPr defTabSz="963613" eaLnBrk="1" hangingPunct="1">
              <a:defRPr sz="130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8613" name="Rectangle 5">
            <a:extLst>
              <a:ext uri="{FF2B5EF4-FFF2-40B4-BE49-F238E27FC236}">
                <a16:creationId xmlns:a16="http://schemas.microsoft.com/office/drawing/2014/main" id="{CE52F416-20D9-495C-80A6-E3E319CF8843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4963" y="9121775"/>
            <a:ext cx="3170237" cy="479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6454" tIns="48227" rIns="96454" bIns="48227" numCol="1" anchor="b" anchorCtr="0" compatLnSpc="1">
            <a:prstTxWarp prst="textNoShape">
              <a:avLst/>
            </a:prstTxWarp>
          </a:bodyPr>
          <a:lstStyle>
            <a:lvl1pPr algn="r" defTabSz="963613" eaLnBrk="1" hangingPunct="1">
              <a:defRPr sz="1300">
                <a:latin typeface="Times New Roman" panose="02020603050405020304" pitchFamily="18" charset="0"/>
              </a:defRPr>
            </a:lvl1pPr>
          </a:lstStyle>
          <a:p>
            <a:fld id="{330E4239-7CD0-4DAA-8E4D-4C7AA7081DC8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4" name="Rectangle 2">
            <a:extLst>
              <a:ext uri="{FF2B5EF4-FFF2-40B4-BE49-F238E27FC236}">
                <a16:creationId xmlns:a16="http://schemas.microsoft.com/office/drawing/2014/main" id="{727280D4-47DA-4C02-92F2-D9F8E5B3E5CB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67063" cy="479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6387" tIns="48193" rIns="96387" bIns="48193" numCol="1" anchor="t" anchorCtr="0" compatLnSpc="1">
            <a:prstTxWarp prst="textNoShape">
              <a:avLst/>
            </a:prstTxWarp>
          </a:bodyPr>
          <a:lstStyle>
            <a:lvl1pPr defTabSz="963613" eaLnBrk="1" hangingPunct="1">
              <a:defRPr sz="130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9635" name="Rectangle 3">
            <a:extLst>
              <a:ext uri="{FF2B5EF4-FFF2-40B4-BE49-F238E27FC236}">
                <a16:creationId xmlns:a16="http://schemas.microsoft.com/office/drawing/2014/main" id="{337ED92F-26C2-4B4D-B727-C064B4942E55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4141788" y="0"/>
            <a:ext cx="3167062" cy="479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6387" tIns="48193" rIns="96387" bIns="48193" numCol="1" anchor="t" anchorCtr="0" compatLnSpc="1">
            <a:prstTxWarp prst="textNoShape">
              <a:avLst/>
            </a:prstTxWarp>
          </a:bodyPr>
          <a:lstStyle>
            <a:lvl1pPr algn="r" defTabSz="963613" eaLnBrk="1" hangingPunct="1">
              <a:defRPr sz="130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3076" name="Rectangle 4">
            <a:extLst>
              <a:ext uri="{FF2B5EF4-FFF2-40B4-BE49-F238E27FC236}">
                <a16:creationId xmlns:a16="http://schemas.microsoft.com/office/drawing/2014/main" id="{1F2A8773-494F-4DA8-B593-6E3A8FAB9DFB}"/>
              </a:ext>
            </a:extLst>
          </p:cNvPr>
          <p:cNvSpPr>
            <a:spLocks noChangeArrowheads="1" noTextEdit="1"/>
          </p:cNvSpPr>
          <p:nvPr>
            <p:ph type="sldImg" idx="2"/>
          </p:nvPr>
        </p:nvSpPr>
        <p:spPr bwMode="auto">
          <a:xfrm>
            <a:off x="1255713" y="719138"/>
            <a:ext cx="4795837" cy="35972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69637" name="Rectangle 5">
            <a:extLst>
              <a:ext uri="{FF2B5EF4-FFF2-40B4-BE49-F238E27FC236}">
                <a16:creationId xmlns:a16="http://schemas.microsoft.com/office/drawing/2014/main" id="{1D9DEDE2-F0E6-4047-883C-1ACC1691F9E5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73138" y="4557713"/>
            <a:ext cx="5360987" cy="43164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6387" tIns="48193" rIns="96387" bIns="4819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noProof="0"/>
              <a:t>Click to edit Master text styles</a:t>
            </a:r>
          </a:p>
          <a:p>
            <a:pPr lvl="1"/>
            <a:r>
              <a:rPr lang="en-US" altLang="en-US" noProof="0"/>
              <a:t>Second level</a:t>
            </a:r>
          </a:p>
          <a:p>
            <a:pPr lvl="2"/>
            <a:r>
              <a:rPr lang="en-US" altLang="en-US" noProof="0"/>
              <a:t>Third level</a:t>
            </a:r>
          </a:p>
          <a:p>
            <a:pPr lvl="3"/>
            <a:r>
              <a:rPr lang="en-US" altLang="en-US" noProof="0"/>
              <a:t>Fourth level</a:t>
            </a:r>
          </a:p>
          <a:p>
            <a:pPr lvl="4"/>
            <a:r>
              <a:rPr lang="en-US" altLang="en-US" noProof="0"/>
              <a:t>Fifth level</a:t>
            </a:r>
          </a:p>
        </p:txBody>
      </p:sp>
      <p:sp>
        <p:nvSpPr>
          <p:cNvPr id="69638" name="Rectangle 6">
            <a:extLst>
              <a:ext uri="{FF2B5EF4-FFF2-40B4-BE49-F238E27FC236}">
                <a16:creationId xmlns:a16="http://schemas.microsoft.com/office/drawing/2014/main" id="{638D16BD-4827-4D51-8470-B40E8963AD4C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115425"/>
            <a:ext cx="3167063" cy="479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6387" tIns="48193" rIns="96387" bIns="48193" numCol="1" anchor="b" anchorCtr="0" compatLnSpc="1">
            <a:prstTxWarp prst="textNoShape">
              <a:avLst/>
            </a:prstTxWarp>
          </a:bodyPr>
          <a:lstStyle>
            <a:lvl1pPr defTabSz="963613" eaLnBrk="1" hangingPunct="1">
              <a:defRPr sz="130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9639" name="Rectangle 7">
            <a:extLst>
              <a:ext uri="{FF2B5EF4-FFF2-40B4-BE49-F238E27FC236}">
                <a16:creationId xmlns:a16="http://schemas.microsoft.com/office/drawing/2014/main" id="{EB7B9414-D917-4EF5-A4B7-A9457D0E95C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1788" y="9115425"/>
            <a:ext cx="3167062" cy="479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6387" tIns="48193" rIns="96387" bIns="48193" numCol="1" anchor="b" anchorCtr="0" compatLnSpc="1">
            <a:prstTxWarp prst="textNoShape">
              <a:avLst/>
            </a:prstTxWarp>
          </a:bodyPr>
          <a:lstStyle>
            <a:lvl1pPr algn="r" defTabSz="963613" eaLnBrk="1" hangingPunct="1">
              <a:defRPr sz="1300">
                <a:latin typeface="Times New Roman" panose="02020603050405020304" pitchFamily="18" charset="0"/>
              </a:defRPr>
            </a:lvl1pPr>
          </a:lstStyle>
          <a:p>
            <a:fld id="{B5F61765-325B-456D-9D15-AC6BEBDBA397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>
            <a:extLst>
              <a:ext uri="{FF2B5EF4-FFF2-40B4-BE49-F238E27FC236}">
                <a16:creationId xmlns:a16="http://schemas.microsoft.com/office/drawing/2014/main" id="{4ABCC6E2-3A0F-403B-B796-D6DED523185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63613"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defTabSz="963613"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defTabSz="963613"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defTabSz="963613"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defTabSz="963613"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defTabSz="9636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defTabSz="9636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defTabSz="9636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defTabSz="9636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A085344C-84D2-4D34-9EFE-3236C0952327}" type="slidenum">
              <a:rPr lang="en-US" altLang="en-US" sz="1300">
                <a:latin typeface="Times New Roman" panose="02020603050405020304" pitchFamily="18" charset="0"/>
              </a:rPr>
              <a:pPr/>
              <a:t>1</a:t>
            </a:fld>
            <a:endParaRPr lang="en-US" altLang="en-US" sz="1300">
              <a:latin typeface="Times New Roman" panose="02020603050405020304" pitchFamily="18" charset="0"/>
            </a:endParaRPr>
          </a:p>
        </p:txBody>
      </p:sp>
      <p:sp>
        <p:nvSpPr>
          <p:cNvPr id="6147" name="Rectangle 2">
            <a:extLst>
              <a:ext uri="{FF2B5EF4-FFF2-40B4-BE49-F238E27FC236}">
                <a16:creationId xmlns:a16="http://schemas.microsoft.com/office/drawing/2014/main" id="{D317CC0D-3824-4A22-B067-78E2C1E0502B}"/>
              </a:ext>
            </a:extLst>
          </p:cNvPr>
          <p:cNvSpPr>
            <a:spLocks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8" name="Rectangle 3">
            <a:extLst>
              <a:ext uri="{FF2B5EF4-FFF2-40B4-BE49-F238E27FC236}">
                <a16:creationId xmlns:a16="http://schemas.microsoft.com/office/drawing/2014/main" id="{EDAD4E9C-A64E-4FCB-B5BD-6E78B336D3A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7">
            <a:extLst>
              <a:ext uri="{FF2B5EF4-FFF2-40B4-BE49-F238E27FC236}">
                <a16:creationId xmlns:a16="http://schemas.microsoft.com/office/drawing/2014/main" id="{E89F9001-EEF2-490B-B067-D95D9131127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63613"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defTabSz="963613"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defTabSz="963613"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defTabSz="963613"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defTabSz="963613"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defTabSz="9636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defTabSz="9636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defTabSz="9636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defTabSz="9636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19D5D1F8-02BC-441E-A62C-6418FF2A94CA}" type="slidenum">
              <a:rPr lang="en-US" altLang="en-US" sz="1300">
                <a:latin typeface="Times New Roman" panose="02020603050405020304" pitchFamily="18" charset="0"/>
              </a:rPr>
              <a:pPr/>
              <a:t>2</a:t>
            </a:fld>
            <a:endParaRPr lang="en-US" altLang="en-US" sz="1300">
              <a:latin typeface="Times New Roman" panose="02020603050405020304" pitchFamily="18" charset="0"/>
            </a:endParaRPr>
          </a:p>
        </p:txBody>
      </p:sp>
      <p:sp>
        <p:nvSpPr>
          <p:cNvPr id="8195" name="Rectangle 2">
            <a:extLst>
              <a:ext uri="{FF2B5EF4-FFF2-40B4-BE49-F238E27FC236}">
                <a16:creationId xmlns:a16="http://schemas.microsoft.com/office/drawing/2014/main" id="{F337CA51-E732-465F-9452-293CCA86FD42}"/>
              </a:ext>
            </a:extLst>
          </p:cNvPr>
          <p:cNvSpPr>
            <a:spLocks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196" name="Rectangle 3">
            <a:extLst>
              <a:ext uri="{FF2B5EF4-FFF2-40B4-BE49-F238E27FC236}">
                <a16:creationId xmlns:a16="http://schemas.microsoft.com/office/drawing/2014/main" id="{3759A6D0-45E5-4A39-843B-CDE5E22FDF4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7">
            <a:extLst>
              <a:ext uri="{FF2B5EF4-FFF2-40B4-BE49-F238E27FC236}">
                <a16:creationId xmlns:a16="http://schemas.microsoft.com/office/drawing/2014/main" id="{EDA347DD-D774-45AC-9EF5-E60BECB3CD4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63613"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defTabSz="963613"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defTabSz="963613"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defTabSz="963613"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defTabSz="963613"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defTabSz="9636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defTabSz="9636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defTabSz="9636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defTabSz="9636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E4E966AA-8FA0-48CE-BB0D-ED7138465977}" type="slidenum">
              <a:rPr lang="en-US" altLang="en-US" sz="1300">
                <a:latin typeface="Times New Roman" panose="02020603050405020304" pitchFamily="18" charset="0"/>
              </a:rPr>
              <a:pPr/>
              <a:t>3</a:t>
            </a:fld>
            <a:endParaRPr lang="en-US" altLang="en-US" sz="1300">
              <a:latin typeface="Times New Roman" panose="02020603050405020304" pitchFamily="18" charset="0"/>
            </a:endParaRPr>
          </a:p>
        </p:txBody>
      </p:sp>
      <p:sp>
        <p:nvSpPr>
          <p:cNvPr id="10243" name="Rectangle 2">
            <a:extLst>
              <a:ext uri="{FF2B5EF4-FFF2-40B4-BE49-F238E27FC236}">
                <a16:creationId xmlns:a16="http://schemas.microsoft.com/office/drawing/2014/main" id="{B23ED161-8688-4073-BE82-733760FBD43D}"/>
              </a:ext>
            </a:extLst>
          </p:cNvPr>
          <p:cNvSpPr>
            <a:spLocks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244" name="Rectangle 3">
            <a:extLst>
              <a:ext uri="{FF2B5EF4-FFF2-40B4-BE49-F238E27FC236}">
                <a16:creationId xmlns:a16="http://schemas.microsoft.com/office/drawing/2014/main" id="{4509D69E-F070-470C-81EC-1299C228730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7">
            <a:extLst>
              <a:ext uri="{FF2B5EF4-FFF2-40B4-BE49-F238E27FC236}">
                <a16:creationId xmlns:a16="http://schemas.microsoft.com/office/drawing/2014/main" id="{995C9903-7C5F-4304-90CF-820EA9AE796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63613"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defTabSz="963613"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defTabSz="963613"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defTabSz="963613"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defTabSz="963613"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defTabSz="9636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defTabSz="9636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defTabSz="9636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defTabSz="9636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9D5A9F1E-4279-43F0-A128-7703BE2FE97F}" type="slidenum">
              <a:rPr lang="en-US" altLang="en-US" sz="1300">
                <a:latin typeface="Times New Roman" panose="02020603050405020304" pitchFamily="18" charset="0"/>
              </a:rPr>
              <a:pPr/>
              <a:t>4</a:t>
            </a:fld>
            <a:endParaRPr lang="en-US" altLang="en-US" sz="1300">
              <a:latin typeface="Times New Roman" panose="02020603050405020304" pitchFamily="18" charset="0"/>
            </a:endParaRPr>
          </a:p>
        </p:txBody>
      </p:sp>
      <p:sp>
        <p:nvSpPr>
          <p:cNvPr id="12291" name="Rectangle 2">
            <a:extLst>
              <a:ext uri="{FF2B5EF4-FFF2-40B4-BE49-F238E27FC236}">
                <a16:creationId xmlns:a16="http://schemas.microsoft.com/office/drawing/2014/main" id="{09EA3F41-71A9-477C-B392-06A92B6ED22C}"/>
              </a:ext>
            </a:extLst>
          </p:cNvPr>
          <p:cNvSpPr>
            <a:spLocks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92" name="Rectangle 3">
            <a:extLst>
              <a:ext uri="{FF2B5EF4-FFF2-40B4-BE49-F238E27FC236}">
                <a16:creationId xmlns:a16="http://schemas.microsoft.com/office/drawing/2014/main" id="{130B3A77-C72D-4D5A-B9DB-F24A6BD168F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1026">
            <a:extLst>
              <a:ext uri="{FF2B5EF4-FFF2-40B4-BE49-F238E27FC236}">
                <a16:creationId xmlns:a16="http://schemas.microsoft.com/office/drawing/2014/main" id="{FEA669CE-1541-4886-8FB6-DB9FAFB14D9C}"/>
              </a:ext>
            </a:extLst>
          </p:cNvPr>
          <p:cNvGrpSpPr>
            <a:grpSpLocks/>
          </p:cNvGrpSpPr>
          <p:nvPr/>
        </p:nvGrpSpPr>
        <p:grpSpPr bwMode="auto">
          <a:xfrm>
            <a:off x="0" y="2438400"/>
            <a:ext cx="9009063" cy="1052513"/>
            <a:chOff x="0" y="1536"/>
            <a:chExt cx="5675" cy="663"/>
          </a:xfrm>
        </p:grpSpPr>
        <p:grpSp>
          <p:nvGrpSpPr>
            <p:cNvPr id="5" name="Group 1027">
              <a:extLst>
                <a:ext uri="{FF2B5EF4-FFF2-40B4-BE49-F238E27FC236}">
                  <a16:creationId xmlns:a16="http://schemas.microsoft.com/office/drawing/2014/main" id="{4EE22D63-D0A2-4E2C-9268-8B406EEE3C3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83" y="1604"/>
              <a:ext cx="448" cy="299"/>
              <a:chOff x="720" y="336"/>
              <a:chExt cx="624" cy="432"/>
            </a:xfrm>
          </p:grpSpPr>
          <p:sp>
            <p:nvSpPr>
              <p:cNvPr id="12" name="Rectangle 1028">
                <a:extLst>
                  <a:ext uri="{FF2B5EF4-FFF2-40B4-BE49-F238E27FC236}">
                    <a16:creationId xmlns:a16="http://schemas.microsoft.com/office/drawing/2014/main" id="{987B1360-DE87-499C-9901-F7F93B8078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20" y="336"/>
                <a:ext cx="384" cy="432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defRPr/>
                </a:pPr>
                <a:endParaRPr lang="en-US" altLang="en-US"/>
              </a:p>
            </p:txBody>
          </p:sp>
          <p:sp>
            <p:nvSpPr>
              <p:cNvPr id="13" name="Rectangle 1029">
                <a:extLst>
                  <a:ext uri="{FF2B5EF4-FFF2-40B4-BE49-F238E27FC236}">
                    <a16:creationId xmlns:a16="http://schemas.microsoft.com/office/drawing/2014/main" id="{F91AFC64-72F4-4CA6-8849-4D2DEF9859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56" y="336"/>
                <a:ext cx="288" cy="432"/>
              </a:xfrm>
              <a:prstGeom prst="rect">
                <a:avLst/>
              </a:prstGeom>
              <a:gradFill rotWithShape="0">
                <a:gsLst>
                  <a:gs pos="0">
                    <a:schemeClr val="folHlink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defRPr/>
                </a:pPr>
                <a:endParaRPr lang="en-US" altLang="en-US"/>
              </a:p>
            </p:txBody>
          </p:sp>
        </p:grpSp>
        <p:grpSp>
          <p:nvGrpSpPr>
            <p:cNvPr id="6" name="Group 1030">
              <a:extLst>
                <a:ext uri="{FF2B5EF4-FFF2-40B4-BE49-F238E27FC236}">
                  <a16:creationId xmlns:a16="http://schemas.microsoft.com/office/drawing/2014/main" id="{66138634-97D8-4AFD-9003-41B234A3DD6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1" y="1870"/>
              <a:ext cx="465" cy="299"/>
              <a:chOff x="912" y="2640"/>
              <a:chExt cx="672" cy="432"/>
            </a:xfrm>
          </p:grpSpPr>
          <p:sp>
            <p:nvSpPr>
              <p:cNvPr id="10" name="Rectangle 1031">
                <a:extLst>
                  <a:ext uri="{FF2B5EF4-FFF2-40B4-BE49-F238E27FC236}">
                    <a16:creationId xmlns:a16="http://schemas.microsoft.com/office/drawing/2014/main" id="{BDF09862-0D6F-4C6B-8CE2-9B5FCAC35A9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12" y="2640"/>
                <a:ext cx="384" cy="432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defRPr/>
                </a:pPr>
                <a:endParaRPr lang="en-US" altLang="en-US"/>
              </a:p>
            </p:txBody>
          </p:sp>
          <p:sp>
            <p:nvSpPr>
              <p:cNvPr id="11" name="Rectangle 1032">
                <a:extLst>
                  <a:ext uri="{FF2B5EF4-FFF2-40B4-BE49-F238E27FC236}">
                    <a16:creationId xmlns:a16="http://schemas.microsoft.com/office/drawing/2014/main" id="{476362A5-9794-4631-9C15-033B9AC9147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49" y="2640"/>
                <a:ext cx="335" cy="432"/>
              </a:xfrm>
              <a:prstGeom prst="rect">
                <a:avLst/>
              </a:prstGeom>
              <a:gradFill rotWithShape="0">
                <a:gsLst>
                  <a:gs pos="0">
                    <a:schemeClr val="accent2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defRPr/>
                </a:pPr>
                <a:endParaRPr lang="en-US" altLang="en-US"/>
              </a:p>
            </p:txBody>
          </p:sp>
        </p:grpSp>
        <p:sp>
          <p:nvSpPr>
            <p:cNvPr id="7" name="Rectangle 1033">
              <a:extLst>
                <a:ext uri="{FF2B5EF4-FFF2-40B4-BE49-F238E27FC236}">
                  <a16:creationId xmlns:a16="http://schemas.microsoft.com/office/drawing/2014/main" id="{77EDC022-DBF1-4484-AF17-6E8983ECA1C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1824"/>
              <a:ext cx="353" cy="266"/>
            </a:xfrm>
            <a:prstGeom prst="rect">
              <a:avLst/>
            </a:prstGeom>
            <a:gradFill rotWithShape="0">
              <a:gsLst>
                <a:gs pos="0">
                  <a:schemeClr val="bg1"/>
                </a:gs>
                <a:gs pos="100000">
                  <a:schemeClr val="hlink"/>
                </a:gs>
              </a:gsLst>
              <a:lin ang="189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defRPr/>
              </a:pPr>
              <a:endParaRPr lang="en-US" altLang="en-US"/>
            </a:p>
          </p:txBody>
        </p:sp>
        <p:sp>
          <p:nvSpPr>
            <p:cNvPr id="8" name="Rectangle 1034">
              <a:extLst>
                <a:ext uri="{FF2B5EF4-FFF2-40B4-BE49-F238E27FC236}">
                  <a16:creationId xmlns:a16="http://schemas.microsoft.com/office/drawing/2014/main" id="{BBEBB62C-4F77-4CCB-90E3-B104253E05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0" y="1536"/>
              <a:ext cx="20" cy="663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bg2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defRPr/>
              </a:pPr>
              <a:endParaRPr lang="en-US" altLang="en-US"/>
            </a:p>
          </p:txBody>
        </p:sp>
        <p:sp>
          <p:nvSpPr>
            <p:cNvPr id="9" name="Rectangle 1035">
              <a:extLst>
                <a:ext uri="{FF2B5EF4-FFF2-40B4-BE49-F238E27FC236}">
                  <a16:creationId xmlns:a16="http://schemas.microsoft.com/office/drawing/2014/main" id="{96B4429F-D736-4770-B2AF-6D645DD73FE5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99" y="2054"/>
              <a:ext cx="5476" cy="35"/>
            </a:xfrm>
            <a:prstGeom prst="rect">
              <a:avLst/>
            </a:prstGeom>
            <a:gradFill rotWithShape="0">
              <a:gsLst>
                <a:gs pos="0">
                  <a:schemeClr val="bg2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defRPr/>
              </a:pPr>
              <a:endParaRPr lang="en-US" altLang="en-US"/>
            </a:p>
          </p:txBody>
        </p:sp>
      </p:grpSp>
      <p:sp>
        <p:nvSpPr>
          <p:cNvPr id="72716" name="Rectangle 1036"/>
          <p:cNvSpPr>
            <a:spLocks noGrp="1" noChangeArrowheads="1"/>
          </p:cNvSpPr>
          <p:nvPr>
            <p:ph type="ctrTitle"/>
          </p:nvPr>
        </p:nvSpPr>
        <p:spPr>
          <a:xfrm>
            <a:off x="990600" y="1828800"/>
            <a:ext cx="7772400" cy="1143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altLang="en-US" noProof="0"/>
              <a:t>Click to edit Master title style</a:t>
            </a:r>
          </a:p>
        </p:txBody>
      </p:sp>
      <p:sp>
        <p:nvSpPr>
          <p:cNvPr id="72717" name="Rectangle 1037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Wingdings" panose="05000000000000000000" pitchFamily="2" charset="2"/>
              <a:buNone/>
              <a:defRPr/>
            </a:lvl1pPr>
          </a:lstStyle>
          <a:p>
            <a:pPr lvl="0"/>
            <a:r>
              <a:rPr lang="en-US" altLang="en-US" noProof="0"/>
              <a:t>Click to edit Master subtitle style</a:t>
            </a:r>
          </a:p>
        </p:txBody>
      </p:sp>
      <p:sp>
        <p:nvSpPr>
          <p:cNvPr id="14" name="Rectangle 1038">
            <a:extLst>
              <a:ext uri="{FF2B5EF4-FFF2-40B4-BE49-F238E27FC236}">
                <a16:creationId xmlns:a16="http://schemas.microsoft.com/office/drawing/2014/main" id="{AED55177-2A8E-4432-94B8-80DF52CE20A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xfrm>
            <a:off x="990600" y="6248400"/>
            <a:ext cx="1905000" cy="4572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15" name="Rectangle 1039">
            <a:extLst>
              <a:ext uri="{FF2B5EF4-FFF2-40B4-BE49-F238E27FC236}">
                <a16:creationId xmlns:a16="http://schemas.microsoft.com/office/drawing/2014/main" id="{C567F82D-2A29-4827-BC1B-B1C03DF4DF3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3429000" y="6248400"/>
            <a:ext cx="2895600" cy="4572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16" name="Rectangle 1040">
            <a:extLst>
              <a:ext uri="{FF2B5EF4-FFF2-40B4-BE49-F238E27FC236}">
                <a16:creationId xmlns:a16="http://schemas.microsoft.com/office/drawing/2014/main" id="{3685A0D5-618F-4D4E-93D5-7343736DB40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6858000" y="6248400"/>
            <a:ext cx="1905000" cy="4572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E87C8102-D093-4BE7-BE0A-920B2399CBC0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792877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68F5DEEB-7B27-4F42-B523-E941858CCB1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Rectangle 12">
            <a:extLst>
              <a:ext uri="{FF2B5EF4-FFF2-40B4-BE49-F238E27FC236}">
                <a16:creationId xmlns:a16="http://schemas.microsoft.com/office/drawing/2014/main" id="{BA302D8E-331E-4A15-950A-915575FD3B1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91401C17-DC67-4353-B5E0-976ACB6A4A8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3617C78-ED16-40BF-A994-ACC52BB55383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704922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D043BAE5-1579-4AB4-9DDA-641976E22D9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Rectangle 12">
            <a:extLst>
              <a:ext uri="{FF2B5EF4-FFF2-40B4-BE49-F238E27FC236}">
                <a16:creationId xmlns:a16="http://schemas.microsoft.com/office/drawing/2014/main" id="{6179058F-5F46-432B-A40F-D07D6EF29BB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323573F7-5DFD-43EA-AE5E-ECF2978D300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46BC5E3-1E47-4731-8B4F-C49B6BE757C1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6465154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82688" y="2017713"/>
            <a:ext cx="381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45088" y="2017713"/>
            <a:ext cx="381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11">
            <a:extLst>
              <a:ext uri="{FF2B5EF4-FFF2-40B4-BE49-F238E27FC236}">
                <a16:creationId xmlns:a16="http://schemas.microsoft.com/office/drawing/2014/main" id="{5E77C823-B891-4674-ACCF-1C44C4493B8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Rectangle 12">
            <a:extLst>
              <a:ext uri="{FF2B5EF4-FFF2-40B4-BE49-F238E27FC236}">
                <a16:creationId xmlns:a16="http://schemas.microsoft.com/office/drawing/2014/main" id="{6F3DF8BA-C1F9-4D6F-B90D-389441F017D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7" name="Rectangle 13">
            <a:extLst>
              <a:ext uri="{FF2B5EF4-FFF2-40B4-BE49-F238E27FC236}">
                <a16:creationId xmlns:a16="http://schemas.microsoft.com/office/drawing/2014/main" id="{A409D3EC-4C74-442F-84A3-F0213C31F2D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06E73D6-801D-44CC-BE2A-E6C701F2BCF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776804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11">
            <a:extLst>
              <a:ext uri="{FF2B5EF4-FFF2-40B4-BE49-F238E27FC236}">
                <a16:creationId xmlns:a16="http://schemas.microsoft.com/office/drawing/2014/main" id="{795CC52D-DF25-49FA-A1EA-F09763E3AF7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8" name="Rectangle 12">
            <a:extLst>
              <a:ext uri="{FF2B5EF4-FFF2-40B4-BE49-F238E27FC236}">
                <a16:creationId xmlns:a16="http://schemas.microsoft.com/office/drawing/2014/main" id="{53FDF2A2-DA34-49AD-A5D2-5B6B826FB27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9" name="Rectangle 13">
            <a:extLst>
              <a:ext uri="{FF2B5EF4-FFF2-40B4-BE49-F238E27FC236}">
                <a16:creationId xmlns:a16="http://schemas.microsoft.com/office/drawing/2014/main" id="{673BD5EB-4B92-4B64-AFDE-07854F92FF4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68127CD0-8194-42F5-86A0-BE115CD84F78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5815568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11">
            <a:extLst>
              <a:ext uri="{FF2B5EF4-FFF2-40B4-BE49-F238E27FC236}">
                <a16:creationId xmlns:a16="http://schemas.microsoft.com/office/drawing/2014/main" id="{E1A15291-5EB8-4CDB-9751-1180918F2C0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4" name="Rectangle 12">
            <a:extLst>
              <a:ext uri="{FF2B5EF4-FFF2-40B4-BE49-F238E27FC236}">
                <a16:creationId xmlns:a16="http://schemas.microsoft.com/office/drawing/2014/main" id="{2DC681E8-0104-43C4-86DA-556CEA674C3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Rectangle 13">
            <a:extLst>
              <a:ext uri="{FF2B5EF4-FFF2-40B4-BE49-F238E27FC236}">
                <a16:creationId xmlns:a16="http://schemas.microsoft.com/office/drawing/2014/main" id="{59CBC11B-D8BC-46E3-B749-9D5E194E060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577D1C5-171B-4873-954A-780182D5DBDD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284523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1">
            <a:extLst>
              <a:ext uri="{FF2B5EF4-FFF2-40B4-BE49-F238E27FC236}">
                <a16:creationId xmlns:a16="http://schemas.microsoft.com/office/drawing/2014/main" id="{B1F1374A-A0C2-4319-81AD-F81325A2F69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3" name="Rectangle 12">
            <a:extLst>
              <a:ext uri="{FF2B5EF4-FFF2-40B4-BE49-F238E27FC236}">
                <a16:creationId xmlns:a16="http://schemas.microsoft.com/office/drawing/2014/main" id="{2423DBCD-7D67-4511-A81D-CEE15CCBA30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4" name="Rectangle 13">
            <a:extLst>
              <a:ext uri="{FF2B5EF4-FFF2-40B4-BE49-F238E27FC236}">
                <a16:creationId xmlns:a16="http://schemas.microsoft.com/office/drawing/2014/main" id="{D6D19E40-55D8-4313-9C89-7E0BF5BBCF1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BDD998A-06E5-4716-BB03-C132F3461F91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0416588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1">
            <a:extLst>
              <a:ext uri="{FF2B5EF4-FFF2-40B4-BE49-F238E27FC236}">
                <a16:creationId xmlns:a16="http://schemas.microsoft.com/office/drawing/2014/main" id="{C62B5FFB-F703-40B2-884D-6637141B942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Rectangle 12">
            <a:extLst>
              <a:ext uri="{FF2B5EF4-FFF2-40B4-BE49-F238E27FC236}">
                <a16:creationId xmlns:a16="http://schemas.microsoft.com/office/drawing/2014/main" id="{AD176903-8BA1-4CC4-B6A8-0816CB0F610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7" name="Rectangle 13">
            <a:extLst>
              <a:ext uri="{FF2B5EF4-FFF2-40B4-BE49-F238E27FC236}">
                <a16:creationId xmlns:a16="http://schemas.microsoft.com/office/drawing/2014/main" id="{66A2EF4F-5DDA-46A7-85FE-5908FCDE8C0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0763F94-723C-4CBE-B84E-29E6B71236D6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048094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1">
            <a:extLst>
              <a:ext uri="{FF2B5EF4-FFF2-40B4-BE49-F238E27FC236}">
                <a16:creationId xmlns:a16="http://schemas.microsoft.com/office/drawing/2014/main" id="{E18E0A6A-2BCD-4529-9A8A-11EAF7889C4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Rectangle 12">
            <a:extLst>
              <a:ext uri="{FF2B5EF4-FFF2-40B4-BE49-F238E27FC236}">
                <a16:creationId xmlns:a16="http://schemas.microsoft.com/office/drawing/2014/main" id="{7A9992DC-4DB3-4810-889E-6A0C14235ED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7" name="Rectangle 13">
            <a:extLst>
              <a:ext uri="{FF2B5EF4-FFF2-40B4-BE49-F238E27FC236}">
                <a16:creationId xmlns:a16="http://schemas.microsoft.com/office/drawing/2014/main" id="{FB9CB746-90A9-4BF7-82AC-8EE103FDD90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86E66DD-931B-436E-A5AB-50D0CB926E00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7217658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B198E171-A6EA-4672-91A8-4B6217A15B5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Rectangle 12">
            <a:extLst>
              <a:ext uri="{FF2B5EF4-FFF2-40B4-BE49-F238E27FC236}">
                <a16:creationId xmlns:a16="http://schemas.microsoft.com/office/drawing/2014/main" id="{4794C0C7-D19B-42EA-B72C-0A5EED74F50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8106B30C-3679-4CB6-B2F1-9386ABFB23C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40FFC07-D124-4AB5-8F8A-3AF86BFA6EB3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9887518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04050" y="617538"/>
            <a:ext cx="1951038" cy="551497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0938" y="617538"/>
            <a:ext cx="5700712" cy="551497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61363E2D-3A77-4340-818F-CD0B50BA6F2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Rectangle 12">
            <a:extLst>
              <a:ext uri="{FF2B5EF4-FFF2-40B4-BE49-F238E27FC236}">
                <a16:creationId xmlns:a16="http://schemas.microsoft.com/office/drawing/2014/main" id="{6D829A85-BDDD-4432-BC30-8AF41FF4B0A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114C590C-F1BC-4041-9630-1BA4E31FFBA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EF7595B-2DB3-4EB9-A0CA-48D5A8935915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4531785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8A827CFC-7D23-4EA0-BA6E-1BCF818905BD}"/>
              </a:ext>
            </a:extLst>
          </p:cNvPr>
          <p:cNvSpPr>
            <a:spLocks noChangeArrowheads="1"/>
          </p:cNvSpPr>
          <p:nvPr/>
        </p:nvSpPr>
        <p:spPr bwMode="ltGray">
          <a:xfrm>
            <a:off x="417513" y="1098550"/>
            <a:ext cx="438150" cy="474663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defRPr/>
            </a:pPr>
            <a:endParaRPr kumimoji="1" lang="en-US" altLang="en-US"/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A3C958D2-D2BC-4EF4-BE2C-93225353217E}"/>
              </a:ext>
            </a:extLst>
          </p:cNvPr>
          <p:cNvSpPr>
            <a:spLocks noChangeArrowheads="1"/>
          </p:cNvSpPr>
          <p:nvPr/>
        </p:nvSpPr>
        <p:spPr bwMode="ltGray">
          <a:xfrm>
            <a:off x="800100" y="1098550"/>
            <a:ext cx="328613" cy="474663"/>
          </a:xfrm>
          <a:prstGeom prst="rect">
            <a:avLst/>
          </a:prstGeom>
          <a:gradFill rotWithShape="0">
            <a:gsLst>
              <a:gs pos="0">
                <a:schemeClr val="accent2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defRPr/>
            </a:pPr>
            <a:endParaRPr kumimoji="1" lang="en-US" altLang="en-US"/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0C47396C-D88D-43A5-A410-C324F3D23472}"/>
              </a:ext>
            </a:extLst>
          </p:cNvPr>
          <p:cNvSpPr>
            <a:spLocks noChangeArrowheads="1"/>
          </p:cNvSpPr>
          <p:nvPr/>
        </p:nvSpPr>
        <p:spPr bwMode="ltGray">
          <a:xfrm>
            <a:off x="541338" y="1520825"/>
            <a:ext cx="422275" cy="474663"/>
          </a:xfrm>
          <a:prstGeom prst="rect">
            <a:avLst/>
          </a:prstGeom>
          <a:solidFill>
            <a:schemeClr val="folHlink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defRPr/>
            </a:pPr>
            <a:endParaRPr kumimoji="1" lang="en-US" altLang="en-US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353F7B8A-4F8B-47FB-B6B7-1DFEF58348B0}"/>
              </a:ext>
            </a:extLst>
          </p:cNvPr>
          <p:cNvSpPr>
            <a:spLocks noChangeArrowheads="1"/>
          </p:cNvSpPr>
          <p:nvPr/>
        </p:nvSpPr>
        <p:spPr bwMode="ltGray">
          <a:xfrm>
            <a:off x="911225" y="1520825"/>
            <a:ext cx="368300" cy="474663"/>
          </a:xfrm>
          <a:prstGeom prst="rect">
            <a:avLst/>
          </a:prstGeom>
          <a:gradFill rotWithShape="0">
            <a:gsLst>
              <a:gs pos="0">
                <a:schemeClr val="folHlink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defRPr/>
            </a:pPr>
            <a:endParaRPr kumimoji="1" lang="en-US" altLang="en-US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72ED48A5-E775-4A28-AAF4-235D75D75397}"/>
              </a:ext>
            </a:extLst>
          </p:cNvPr>
          <p:cNvSpPr>
            <a:spLocks noChangeArrowheads="1"/>
          </p:cNvSpPr>
          <p:nvPr/>
        </p:nvSpPr>
        <p:spPr bwMode="ltGray">
          <a:xfrm>
            <a:off x="127000" y="1447800"/>
            <a:ext cx="560388" cy="422275"/>
          </a:xfrm>
          <a:prstGeom prst="rect">
            <a:avLst/>
          </a:prstGeom>
          <a:gradFill rotWithShape="0">
            <a:gsLst>
              <a:gs pos="0">
                <a:schemeClr val="bg1"/>
              </a:gs>
              <a:gs pos="100000">
                <a:schemeClr val="hlink"/>
              </a:gs>
            </a:gsLst>
            <a:lin ang="18900000" scaled="1"/>
          </a:gra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defRPr/>
            </a:pPr>
            <a:endParaRPr kumimoji="1" lang="en-US" altLang="en-US"/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4FBEC30A-6149-4BCB-B94C-CDDE60FCA3ED}"/>
              </a:ext>
            </a:extLst>
          </p:cNvPr>
          <p:cNvSpPr>
            <a:spLocks noChangeArrowheads="1"/>
          </p:cNvSpPr>
          <p:nvPr/>
        </p:nvSpPr>
        <p:spPr bwMode="gray">
          <a:xfrm>
            <a:off x="762000" y="990600"/>
            <a:ext cx="31750" cy="1052513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defRPr/>
            </a:pPr>
            <a:endParaRPr kumimoji="1" lang="en-US" altLang="en-US"/>
          </a:p>
        </p:txBody>
      </p:sp>
      <p:sp>
        <p:nvSpPr>
          <p:cNvPr id="1032" name="Rectangle 8">
            <a:extLst>
              <a:ext uri="{FF2B5EF4-FFF2-40B4-BE49-F238E27FC236}">
                <a16:creationId xmlns:a16="http://schemas.microsoft.com/office/drawing/2014/main" id="{DCC97C15-5D33-4633-8EB3-08D9D5E7B045}"/>
              </a:ext>
            </a:extLst>
          </p:cNvPr>
          <p:cNvSpPr>
            <a:spLocks noChangeArrowheads="1"/>
          </p:cNvSpPr>
          <p:nvPr/>
        </p:nvSpPr>
        <p:spPr bwMode="gray">
          <a:xfrm>
            <a:off x="442913" y="1781175"/>
            <a:ext cx="8226425" cy="31750"/>
          </a:xfrm>
          <a:prstGeom prst="rect">
            <a:avLst/>
          </a:prstGeom>
          <a:gradFill rotWithShape="0">
            <a:gsLst>
              <a:gs pos="0">
                <a:schemeClr val="bg2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defRPr/>
            </a:pPr>
            <a:endParaRPr kumimoji="1" lang="en-US" altLang="en-US"/>
          </a:p>
        </p:txBody>
      </p:sp>
      <p:sp>
        <p:nvSpPr>
          <p:cNvPr id="1033" name="Rectangle 9">
            <a:extLst>
              <a:ext uri="{FF2B5EF4-FFF2-40B4-BE49-F238E27FC236}">
                <a16:creationId xmlns:a16="http://schemas.microsoft.com/office/drawing/2014/main" id="{3332CF7E-BA57-4C8B-9894-B89E057966A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150938" y="617538"/>
            <a:ext cx="7793037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34" name="Rectangle 10">
            <a:extLst>
              <a:ext uri="{FF2B5EF4-FFF2-40B4-BE49-F238E27FC236}">
                <a16:creationId xmlns:a16="http://schemas.microsoft.com/office/drawing/2014/main" id="{F084B468-C728-4AE7-8779-F2987278F3D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182688" y="2017713"/>
            <a:ext cx="7772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71691" name="Rectangle 11">
            <a:extLst>
              <a:ext uri="{FF2B5EF4-FFF2-40B4-BE49-F238E27FC236}">
                <a16:creationId xmlns:a16="http://schemas.microsoft.com/office/drawing/2014/main" id="{8DC1D8F0-5E43-49E9-B63C-7C70D951B9D2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914400" y="6324600"/>
            <a:ext cx="1905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400"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71692" name="Rectangle 12">
            <a:extLst>
              <a:ext uri="{FF2B5EF4-FFF2-40B4-BE49-F238E27FC236}">
                <a16:creationId xmlns:a16="http://schemas.microsoft.com/office/drawing/2014/main" id="{13207381-3542-4958-B91C-8BCCFEE68B95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352800" y="6324600"/>
            <a:ext cx="28956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 eaLnBrk="1" hangingPunct="1">
              <a:defRPr sz="1400"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71693" name="Rectangle 13">
            <a:extLst>
              <a:ext uri="{FF2B5EF4-FFF2-40B4-BE49-F238E27FC236}">
                <a16:creationId xmlns:a16="http://schemas.microsoft.com/office/drawing/2014/main" id="{AF8D5861-E122-43C6-8DA3-95036C91B782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781800" y="6324600"/>
            <a:ext cx="1905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400"/>
            </a:lvl1pPr>
          </a:lstStyle>
          <a:p>
            <a:fld id="{63F10F78-86E7-4FDE-8BE6-E95C4F30ABBB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690" r:id="rId2"/>
    <p:sldLayoutId id="2147483691" r:id="rId3"/>
    <p:sldLayoutId id="2147483692" r:id="rId4"/>
    <p:sldLayoutId id="2147483693" r:id="rId5"/>
    <p:sldLayoutId id="2147483694" r:id="rId6"/>
    <p:sldLayoutId id="2147483695" r:id="rId7"/>
    <p:sldLayoutId id="2147483696" r:id="rId8"/>
    <p:sldLayoutId id="2147483697" r:id="rId9"/>
    <p:sldLayoutId id="2147483698" r:id="rId10"/>
    <p:sldLayoutId id="2147483699" r:id="rId11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anose="020B0604030504040204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anose="020B0604030504040204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anose="020B0604030504040204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anose="020B0604030504040204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anose="020B0604030504040204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anose="020B0604030504040204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anose="020B0604030504040204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anose="020B0604030504040204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SzPct val="60000"/>
        <a:buFont typeface="Wingdings" panose="05000000000000000000" pitchFamily="2" charset="2"/>
        <a:buChar char="n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hlink"/>
        </a:buClr>
        <a:buSzPct val="55000"/>
        <a:buFont typeface="Wingdings" panose="05000000000000000000" pitchFamily="2" charset="2"/>
        <a:buChar char="n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SzPct val="50000"/>
        <a:buFont typeface="Wingdings" panose="05000000000000000000" pitchFamily="2" charset="2"/>
        <a:buChar char="n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55000"/>
        <a:buFont typeface="Wingdings" panose="05000000000000000000" pitchFamily="2" charset="2"/>
        <a:buChar char="n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anose="05000000000000000000" pitchFamily="2" charset="2"/>
        <a:buChar char="n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>
            <a:extLst>
              <a:ext uri="{FF2B5EF4-FFF2-40B4-BE49-F238E27FC236}">
                <a16:creationId xmlns:a16="http://schemas.microsoft.com/office/drawing/2014/main" id="{BB943C98-4FC2-4461-BD74-2A2A26DD16D6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990600" y="1828800"/>
            <a:ext cx="8001000" cy="1143000"/>
          </a:xfrm>
        </p:spPr>
        <p:txBody>
          <a:bodyPr>
            <a:normAutofit/>
          </a:bodyPr>
          <a:lstStyle/>
          <a:p>
            <a:pPr eaLnBrk="1" hangingPunct="1"/>
            <a:br>
              <a:rPr lang="en-US" altLang="en-US"/>
            </a:br>
            <a:br>
              <a:rPr lang="en-US" altLang="en-US"/>
            </a:br>
            <a:br>
              <a:rPr lang="en-US" altLang="en-US"/>
            </a:br>
            <a:r>
              <a:rPr lang="en-US" altLang="en-US" sz="3600"/>
              <a:t>InsightPilot: An Agentic Platform for Conversational Business Intelligence</a:t>
            </a:r>
            <a:br>
              <a:rPr lang="en-US" altLang="en-US"/>
            </a:br>
            <a:endParaRPr lang="en-US" altLang="en-US" sz="1800"/>
          </a:p>
        </p:txBody>
      </p:sp>
      <p:sp>
        <p:nvSpPr>
          <p:cNvPr id="5123" name="Rectangle 3">
            <a:extLst>
              <a:ext uri="{FF2B5EF4-FFF2-40B4-BE49-F238E27FC236}">
                <a16:creationId xmlns:a16="http://schemas.microsoft.com/office/drawing/2014/main" id="{045C08A6-0726-4DAF-9EDE-16183A0219F8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371600" y="3581400"/>
            <a:ext cx="6400800" cy="2819400"/>
          </a:xfrm>
        </p:spPr>
        <p:txBody>
          <a:bodyPr>
            <a:normAutofit/>
          </a:bodyPr>
          <a:lstStyle/>
          <a:p>
            <a:pPr algn="l" eaLnBrk="1" hangingPunct="1"/>
            <a:r>
              <a:rPr lang="en-US" altLang="en-US" sz="2400" dirty="0"/>
              <a:t>Project Advisor: Professor Vijay Eranti</a:t>
            </a:r>
          </a:p>
          <a:p>
            <a:pPr algn="l" eaLnBrk="1" hangingPunct="1"/>
            <a:r>
              <a:rPr lang="en-US" altLang="en-US" sz="2400" dirty="0"/>
              <a:t>Team Members: [Name] - Orchestration &amp; Planning</a:t>
            </a:r>
          </a:p>
          <a:p>
            <a:pPr algn="l" eaLnBrk="1" hangingPunct="1"/>
            <a:r>
              <a:rPr lang="en-US" altLang="en-US" sz="2400" dirty="0"/>
              <a:t>                        [Name] - Data Integration &amp; Connectors</a:t>
            </a:r>
          </a:p>
          <a:p>
            <a:pPr algn="l" eaLnBrk="1" hangingPunct="1"/>
            <a:r>
              <a:rPr lang="en-US" altLang="en-US" sz="2400" dirty="0"/>
              <a:t>                        [Name] - Verification &amp; Lineage</a:t>
            </a:r>
            <a:br>
              <a:rPr lang="en-US" altLang="en-US" sz="2400" dirty="0"/>
            </a:br>
            <a:r>
              <a:rPr lang="en-US" altLang="en-US" sz="2400" dirty="0"/>
              <a:t>                        [Name] - Analytics, ML &amp; Evaluation</a:t>
            </a:r>
          </a:p>
          <a:p>
            <a:pPr algn="l" eaLnBrk="1" hangingPunct="1"/>
            <a:r>
              <a:rPr lang="en-US" altLang="en-US" sz="2400" dirty="0"/>
              <a:t>Methodology:     Development</a:t>
            </a:r>
            <a:r>
              <a:rPr lang="en-US" altLang="en-US" dirty="0"/>
              <a:t>	 			  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>
            <a:extLst>
              <a:ext uri="{FF2B5EF4-FFF2-40B4-BE49-F238E27FC236}">
                <a16:creationId xmlns:a16="http://schemas.microsoft.com/office/drawing/2014/main" id="{FC47C6A0-088A-4EF7-9D14-1C5CFC80941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 anchor="t"/>
          <a:lstStyle/>
          <a:p>
            <a:pPr eaLnBrk="1" hangingPunct="1"/>
            <a:r>
              <a:rPr lang="en-US" altLang="en-US"/>
              <a:t>Project Description</a:t>
            </a:r>
          </a:p>
        </p:txBody>
      </p:sp>
      <p:sp>
        <p:nvSpPr>
          <p:cNvPr id="7171" name="Rectangle 3">
            <a:extLst>
              <a:ext uri="{FF2B5EF4-FFF2-40B4-BE49-F238E27FC236}">
                <a16:creationId xmlns:a16="http://schemas.microsoft.com/office/drawing/2014/main" id="{3AD9C856-018D-44E0-83BA-4B08BFE05CE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 fontScale="92500" lnSpcReduction="10000"/>
          </a:bodyPr>
          <a:lstStyle/>
          <a:p>
            <a:pPr eaLnBrk="1" hangingPunct="1">
              <a:defRPr/>
            </a:pPr>
            <a:r>
              <a:rPr lang="en-US" altLang="en-US" dirty="0"/>
              <a:t>Enterprise analysts answer unanticipated questions by hand, locating sources, inspecting schemas and writing queries</a:t>
            </a:r>
          </a:p>
          <a:p>
            <a:pPr eaLnBrk="1" hangingPunct="1">
              <a:defRPr/>
            </a:pPr>
            <a:r>
              <a:rPr lang="en-US" altLang="en-US" dirty="0"/>
              <a:t>Existing BI assistants are confined to a single pre-defined warehouse and cannot span multiple systems</a:t>
            </a:r>
          </a:p>
          <a:p>
            <a:pPr eaLnBrk="1" hangingPunct="1">
              <a:defRPr/>
            </a:pPr>
            <a:r>
              <a:rPr lang="en-US" altLang="en-US" dirty="0"/>
              <a:t>InsightPilot's orchestrator turns a question into an analysis plan the analyst reviews before any query runs</a:t>
            </a:r>
          </a:p>
          <a:p>
            <a:pPr eaLnBrk="1" hangingPunct="1">
              <a:defRPr/>
            </a:pPr>
            <a:r>
              <a:rPr lang="en-US" altLang="en-US" dirty="0"/>
              <a:t>Four specialist agents fetch, analyze, model and present across relational databases, spreadsheets and web services</a:t>
            </a:r>
          </a:p>
          <a:p>
            <a:pPr eaLnBrk="1" hangingPunct="1">
              <a:defRPr/>
            </a:pPr>
            <a:r>
              <a:rPr lang="en-US" altLang="en-US" dirty="0"/>
              <a:t>Every step records its source, query and rows returned, and a separate check confirms it matched the plan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>
            <a:extLst>
              <a:ext uri="{FF2B5EF4-FFF2-40B4-BE49-F238E27FC236}">
                <a16:creationId xmlns:a16="http://schemas.microsoft.com/office/drawing/2014/main" id="{2CA3D4B6-41A8-4F1B-8FB7-BD0AAB8FF82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 anchor="t"/>
          <a:lstStyle/>
          <a:p>
            <a:pPr eaLnBrk="1" hangingPunct="1"/>
            <a:r>
              <a:rPr lang="en-US" altLang="en-US"/>
              <a:t>Project Deliverables</a:t>
            </a:r>
          </a:p>
        </p:txBody>
      </p:sp>
      <p:sp>
        <p:nvSpPr>
          <p:cNvPr id="7171" name="Rectangle 3">
            <a:extLst>
              <a:ext uri="{FF2B5EF4-FFF2-40B4-BE49-F238E27FC236}">
                <a16:creationId xmlns:a16="http://schemas.microsoft.com/office/drawing/2014/main" id="{EEA1B7EA-BBC2-4030-BBBB-CF85D80644C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 fontScale="92500" lnSpcReduction="10000"/>
          </a:bodyPr>
          <a:lstStyle/>
          <a:p>
            <a:pPr eaLnBrk="1" hangingPunct="1">
              <a:defRPr/>
            </a:pPr>
            <a:r>
              <a:rPr lang="en-US" altLang="en-US" dirty="0"/>
              <a:t>Multi-agent orchestration engine: plan synthesis, dispatch, and replanning when a step fails</a:t>
            </a:r>
          </a:p>
          <a:p>
            <a:pPr eaLnBrk="1" hangingPunct="1">
              <a:defRPr/>
            </a:pPr>
            <a:r>
              <a:rPr lang="en-US" altLang="en-US" dirty="0"/>
              <a:t>Connector layer unifying PostgreSQL, CSV and Excel files, and REST web services behind one interface</a:t>
            </a:r>
          </a:p>
          <a:p>
            <a:pPr eaLnBrk="1" hangingPunct="1">
              <a:defRPr/>
            </a:pPr>
            <a:r>
              <a:rPr lang="en-US" altLang="en-US" dirty="0"/>
              <a:t>Step-level verification and lineage subsystem, with exportable investigation records</a:t>
            </a:r>
          </a:p>
          <a:p>
            <a:pPr eaLnBrk="1" hangingPunct="1">
              <a:defRPr/>
            </a:pPr>
            <a:r>
              <a:rPr lang="en-US" altLang="en-US" dirty="0"/>
              <a:t>Evaluation harness and fixed question set, with multi-step accuracy results published openly</a:t>
            </a:r>
          </a:p>
          <a:p>
            <a:pPr eaLnBrk="1" hangingPunct="1">
              <a:defRPr/>
            </a:pPr>
            <a:r>
              <a:rPr lang="en-US" altLang="en-US" dirty="0"/>
              <a:t>Predictive modeling agent that runs when the question requires it, reporting the methods it used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>
            <a:extLst>
              <a:ext uri="{FF2B5EF4-FFF2-40B4-BE49-F238E27FC236}">
                <a16:creationId xmlns:a16="http://schemas.microsoft.com/office/drawing/2014/main" id="{00866698-6E76-4648-865B-BBF46B5B501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 anchor="t"/>
          <a:lstStyle/>
          <a:p>
            <a:pPr eaLnBrk="1" hangingPunct="1"/>
            <a:r>
              <a:rPr lang="en-US" altLang="en-US" sz="3600"/>
              <a:t>Project Dependencies and Concerns</a:t>
            </a:r>
          </a:p>
        </p:txBody>
      </p:sp>
      <p:sp>
        <p:nvSpPr>
          <p:cNvPr id="7171" name="Rectangle 3">
            <a:extLst>
              <a:ext uri="{FF2B5EF4-FFF2-40B4-BE49-F238E27FC236}">
                <a16:creationId xmlns:a16="http://schemas.microsoft.com/office/drawing/2014/main" id="{A20A81A6-AB77-4265-8923-E1A60D39970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 fontScale="92500" lnSpcReduction="10000"/>
          </a:bodyPr>
          <a:lstStyle/>
          <a:p>
            <a:pPr eaLnBrk="1" hangingPunct="1">
              <a:defRPr/>
            </a:pPr>
            <a:r>
              <a:rPr lang="en-US" altLang="en-US" dirty="0"/>
              <a:t>Dependencies</a:t>
            </a:r>
          </a:p>
          <a:p>
            <a:pPr lvl="1" eaLnBrk="1" hangingPunct="1">
              <a:defRPr/>
            </a:pPr>
            <a:r>
              <a:rPr lang="en-US" altLang="en-US" dirty="0"/>
              <a:t>Model access: hosted model APIs to begin with, moving later to a self-hosted open-weight model</a:t>
            </a:r>
          </a:p>
          <a:p>
            <a:pPr lvl="1" eaLnBrk="1" hangingPunct="1">
              <a:defRPr/>
            </a:pPr>
            <a:r>
              <a:rPr lang="en-US" altLang="en-US" dirty="0"/>
              <a:t>A realistic test environment spanning relational databases, spreadsheets and web services</a:t>
            </a:r>
          </a:p>
          <a:p>
            <a:pPr lvl="1" eaLnBrk="1" hangingPunct="1">
              <a:defRPr/>
            </a:pPr>
            <a:r>
              <a:rPr lang="en-US" altLang="en-US" dirty="0"/>
              <a:t>Enterprise analysts available to test whether checking an answer is cheaper than rebuilding it</a:t>
            </a:r>
          </a:p>
          <a:p>
            <a:pPr eaLnBrk="1" hangingPunct="1">
              <a:defRPr/>
            </a:pPr>
            <a:r>
              <a:rPr lang="en-US" altLang="en-US" dirty="0"/>
              <a:t>Concerns</a:t>
            </a:r>
          </a:p>
          <a:p>
            <a:pPr lvl="1" eaLnBrk="1" hangingPunct="1">
              <a:defRPr/>
            </a:pPr>
            <a:r>
              <a:rPr lang="en-US" altLang="en-US" dirty="0"/>
              <a:t>Multi-step data reasoning is the weakest measured capability in the field. Leading agents score roughly 15% on the DABstep hard benchmark, and errors multiply across steps</a:t>
            </a:r>
          </a:p>
          <a:p>
            <a:pPr lvl="1" eaLnBrk="1" hangingPunct="1">
              <a:defRPr/>
            </a:pPr>
            <a:r>
              <a:rPr lang="en-US" altLang="en-US" dirty="0"/>
              <a:t>Checking an answer may cost as much as rebuilding it, which would undermine the premise. This is untested</a:t>
            </a:r>
          </a:p>
          <a:p>
            <a:pPr lvl="1" eaLnBrk="1" hangingPunct="1">
              <a:defRPr/>
            </a:pPr>
            <a:r>
              <a:rPr lang="en-US" altLang="en-US" dirty="0"/>
              <a:t>Self-hosting inference is new ground for us. No team member has served models at scale, and compute availability is not guaranteed</a:t>
            </a:r>
          </a:p>
          <a:p>
            <a:pPr lvl="1" eaLnBrk="1" hangingPunct="1">
              <a:defRPr/>
            </a:pPr>
            <a:r>
              <a:rPr lang="en-US" altLang="en-US" dirty="0"/>
              <a:t>Agent reliability depends on model capability, so a smaller self-hosted model may not sustain the multi-step loop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ends">
  <a:themeElements>
    <a:clrScheme name="Blends 2">
      <a:dk1>
        <a:srgbClr val="000000"/>
      </a:dk1>
      <a:lt1>
        <a:srgbClr val="FFFFFF"/>
      </a:lt1>
      <a:dk2>
        <a:srgbClr val="333399"/>
      </a:dk2>
      <a:lt2>
        <a:srgbClr val="1C1C1C"/>
      </a:lt2>
      <a:accent1>
        <a:srgbClr val="00E4A8"/>
      </a:accent1>
      <a:accent2>
        <a:srgbClr val="FFCF01"/>
      </a:accent2>
      <a:accent3>
        <a:srgbClr val="FFFFFF"/>
      </a:accent3>
      <a:accent4>
        <a:srgbClr val="000000"/>
      </a:accent4>
      <a:accent5>
        <a:srgbClr val="AAEFD1"/>
      </a:accent5>
      <a:accent6>
        <a:srgbClr val="E7BB01"/>
      </a:accent6>
      <a:hlink>
        <a:srgbClr val="FF0000"/>
      </a:hlink>
      <a:folHlink>
        <a:srgbClr val="3333CC"/>
      </a:folHlink>
    </a:clrScheme>
    <a:fontScheme name="Blends">
      <a:majorFont>
        <a:latin typeface="Tahoma"/>
        <a:ea typeface=""/>
        <a:cs typeface=""/>
      </a:majorFont>
      <a:minorFont>
        <a:latin typeface="Tahom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ahoma" panose="020B0604030504040204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ahoma" panose="020B0604030504040204" pitchFamily="34" charset="0"/>
          </a:defRPr>
        </a:defPPr>
      </a:lstStyle>
    </a:lnDef>
  </a:objectDefaults>
  <a:extraClrSchemeLst>
    <a:extraClrScheme>
      <a:clrScheme name="Blends 1">
        <a:dk1>
          <a:srgbClr val="969696"/>
        </a:dk1>
        <a:lt1>
          <a:srgbClr val="FFFFFF"/>
        </a:lt1>
        <a:dk2>
          <a:srgbClr val="000000"/>
        </a:dk2>
        <a:lt2>
          <a:srgbClr val="DDDDDD"/>
        </a:lt2>
        <a:accent1>
          <a:srgbClr val="00E4A8"/>
        </a:accent1>
        <a:accent2>
          <a:srgbClr val="3333CC"/>
        </a:accent2>
        <a:accent3>
          <a:srgbClr val="AAAAAA"/>
        </a:accent3>
        <a:accent4>
          <a:srgbClr val="DADADA"/>
        </a:accent4>
        <a:accent5>
          <a:srgbClr val="AAEFD1"/>
        </a:accent5>
        <a:accent6>
          <a:srgbClr val="2D2DB9"/>
        </a:accent6>
        <a:hlink>
          <a:srgbClr val="FF5050"/>
        </a:hlink>
        <a:folHlink>
          <a:srgbClr val="FFCF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ends 2">
        <a:dk1>
          <a:srgbClr val="000000"/>
        </a:dk1>
        <a:lt1>
          <a:srgbClr val="FFFFFF"/>
        </a:lt1>
        <a:dk2>
          <a:srgbClr val="333399"/>
        </a:dk2>
        <a:lt2>
          <a:srgbClr val="1C1C1C"/>
        </a:lt2>
        <a:accent1>
          <a:srgbClr val="00E4A8"/>
        </a:accent1>
        <a:accent2>
          <a:srgbClr val="FFCF01"/>
        </a:accent2>
        <a:accent3>
          <a:srgbClr val="FFFFFF"/>
        </a:accent3>
        <a:accent4>
          <a:srgbClr val="000000"/>
        </a:accent4>
        <a:accent5>
          <a:srgbClr val="AAEFD1"/>
        </a:accent5>
        <a:accent6>
          <a:srgbClr val="E7BB01"/>
        </a:accent6>
        <a:hlink>
          <a:srgbClr val="FF0000"/>
        </a:hlink>
        <a:folHlink>
          <a:srgbClr val="3333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3">
        <a:dk1>
          <a:srgbClr val="000000"/>
        </a:dk1>
        <a:lt1>
          <a:srgbClr val="FFFFFF"/>
        </a:lt1>
        <a:dk2>
          <a:srgbClr val="000000"/>
        </a:dk2>
        <a:lt2>
          <a:srgbClr val="5F5F5F"/>
        </a:lt2>
        <a:accent1>
          <a:srgbClr val="EAEAEA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F3F3F3"/>
        </a:accent5>
        <a:accent6>
          <a:srgbClr val="737373"/>
        </a:accent6>
        <a:hlink>
          <a:srgbClr val="4D4D4D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4">
        <a:dk1>
          <a:srgbClr val="000094"/>
        </a:dk1>
        <a:lt1>
          <a:srgbClr val="FFFFFF"/>
        </a:lt1>
        <a:dk2>
          <a:srgbClr val="0000CC"/>
        </a:dk2>
        <a:lt2>
          <a:srgbClr val="FFFFCC"/>
        </a:lt2>
        <a:accent1>
          <a:srgbClr val="3193FF"/>
        </a:accent1>
        <a:accent2>
          <a:srgbClr val="9900FF"/>
        </a:accent2>
        <a:accent3>
          <a:srgbClr val="AAAAE2"/>
        </a:accent3>
        <a:accent4>
          <a:srgbClr val="DADADA"/>
        </a:accent4>
        <a:accent5>
          <a:srgbClr val="ADC8FF"/>
        </a:accent5>
        <a:accent6>
          <a:srgbClr val="8A00E7"/>
        </a:accent6>
        <a:hlink>
          <a:srgbClr val="FF3399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ends 5">
        <a:dk1>
          <a:srgbClr val="000000"/>
        </a:dk1>
        <a:lt1>
          <a:srgbClr val="FFFFFF"/>
        </a:lt1>
        <a:dk2>
          <a:srgbClr val="000066"/>
        </a:dk2>
        <a:lt2>
          <a:srgbClr val="333333"/>
        </a:lt2>
        <a:accent1>
          <a:srgbClr val="C4709A"/>
        </a:accent1>
        <a:accent2>
          <a:srgbClr val="4B4EB5"/>
        </a:accent2>
        <a:accent3>
          <a:srgbClr val="FFFFFF"/>
        </a:accent3>
        <a:accent4>
          <a:srgbClr val="000000"/>
        </a:accent4>
        <a:accent5>
          <a:srgbClr val="DEBBCA"/>
        </a:accent5>
        <a:accent6>
          <a:srgbClr val="4346A4"/>
        </a:accent6>
        <a:hlink>
          <a:srgbClr val="C481CF"/>
        </a:hlink>
        <a:folHlink>
          <a:srgbClr val="76B74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6">
        <a:dk1>
          <a:srgbClr val="000000"/>
        </a:dk1>
        <a:lt1>
          <a:srgbClr val="FFFFFF"/>
        </a:lt1>
        <a:dk2>
          <a:srgbClr val="6A4076"/>
        </a:dk2>
        <a:lt2>
          <a:srgbClr val="969696"/>
        </a:lt2>
        <a:accent1>
          <a:srgbClr val="DBA9C2"/>
        </a:accent1>
        <a:accent2>
          <a:srgbClr val="E1BF91"/>
        </a:accent2>
        <a:accent3>
          <a:srgbClr val="FFFFFF"/>
        </a:accent3>
        <a:accent4>
          <a:srgbClr val="000000"/>
        </a:accent4>
        <a:accent5>
          <a:srgbClr val="EAD1DD"/>
        </a:accent5>
        <a:accent6>
          <a:srgbClr val="CCAD83"/>
        </a:accent6>
        <a:hlink>
          <a:srgbClr val="B3CE82"/>
        </a:hlink>
        <a:folHlink>
          <a:srgbClr val="B8AD48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7">
        <a:dk1>
          <a:srgbClr val="000000"/>
        </a:dk1>
        <a:lt1>
          <a:srgbClr val="FFFFFF"/>
        </a:lt1>
        <a:dk2>
          <a:srgbClr val="515F7B"/>
        </a:dk2>
        <a:lt2>
          <a:srgbClr val="808080"/>
        </a:lt2>
        <a:accent1>
          <a:srgbClr val="9FCAD3"/>
        </a:accent1>
        <a:accent2>
          <a:srgbClr val="C0C0C0"/>
        </a:accent2>
        <a:accent3>
          <a:srgbClr val="FFFFFF"/>
        </a:accent3>
        <a:accent4>
          <a:srgbClr val="000000"/>
        </a:accent4>
        <a:accent5>
          <a:srgbClr val="CDE1E6"/>
        </a:accent5>
        <a:accent6>
          <a:srgbClr val="AEAEAE"/>
        </a:accent6>
        <a:hlink>
          <a:srgbClr val="91AFBF"/>
        </a:hlink>
        <a:folHlink>
          <a:srgbClr val="ECEAAC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C:\Program Files\Microsoft Office\Templates\Presentation Designs\Blends.pot</Template>
  <TotalTime>1777</TotalTime>
  <Words>127</Words>
  <Application>Microsoft Office PowerPoint</Application>
  <PresentationFormat>On-screen Show (4:3)</PresentationFormat>
  <Paragraphs>17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Tahoma</vt:lpstr>
      <vt:lpstr>Arial</vt:lpstr>
      <vt:lpstr>Wingdings</vt:lpstr>
      <vt:lpstr>Times New Roman</vt:lpstr>
      <vt:lpstr>Blends</vt:lpstr>
      <vt:lpstr>   [Project Title] </vt:lpstr>
      <vt:lpstr>Project Description</vt:lpstr>
      <vt:lpstr>Project Deliverables</vt:lpstr>
      <vt:lpstr>Project Dependencies and Concerns</vt:lpstr>
    </vt:vector>
  </TitlesOfParts>
  <Company>SJSU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MSSE Project Overview</dc:title>
  <dc:subject>CMPE 295A/B</dc:subject>
  <dc:creator>Dan Harkey</dc:creator>
  <cp:lastModifiedBy>Dan Harkey</cp:lastModifiedBy>
  <cp:revision>71</cp:revision>
  <cp:lastPrinted>1601-01-01T00:00:00Z</cp:lastPrinted>
  <dcterms:created xsi:type="dcterms:W3CDTF">2001-05-31T14:40:59Z</dcterms:created>
  <dcterms:modified xsi:type="dcterms:W3CDTF">2024-08-23T14:27:39Z</dcterms:modified>
</cp:coreProperties>
</file>